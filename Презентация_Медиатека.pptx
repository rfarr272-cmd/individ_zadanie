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74" r:id="rId5"/>
    <p:sldId id="277" r:id="rId6"/>
    <p:sldId id="286" r:id="rId7"/>
    <p:sldId id="266" r:id="rId8"/>
    <p:sldId id="285" r:id="rId9"/>
    <p:sldId id="279" r:id="rId10"/>
    <p:sldId id="28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2E3E"/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94" d="100"/>
          <a:sy n="94" d="100"/>
        </p:scale>
        <p:origin x="24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743D9-3C0C-44B3-BA99-0F7092423221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3B913-20A0-4ACB-9001-C2BD1E15F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86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3B913-20A0-4ACB-9001-C2BD1E15F8F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412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19.01.2026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87651" y="2335794"/>
            <a:ext cx="10526298" cy="2906232"/>
          </a:xfrm>
        </p:spPr>
        <p:txBody>
          <a:bodyPr>
            <a:noAutofit/>
          </a:bodyPr>
          <a:lstStyle/>
          <a:p>
            <a:r>
              <a:rPr lang="ru-RU" sz="3200" dirty="0"/>
              <a:t>Программа </a:t>
            </a:r>
            <a:r>
              <a:rPr lang="ru-RU" sz="3200" dirty="0" smtClean="0"/>
              <a:t>«</a:t>
            </a:r>
            <a:r>
              <a:rPr lang="ru-RU" sz="3200" dirty="0" err="1" smtClean="0"/>
              <a:t>Медиатека</a:t>
            </a:r>
            <a:r>
              <a:rPr lang="ru-RU" sz="3200" dirty="0" smtClean="0"/>
              <a:t>»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/>
              <a:t>Хранение и обработка базы данных </a:t>
            </a:r>
            <a:r>
              <a:rPr lang="ru-RU" sz="3200" dirty="0" smtClean="0"/>
              <a:t>аудиозаписей 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/>
              <a:t>Сортировка методом </a:t>
            </a:r>
            <a:r>
              <a:rPr lang="ru-RU" sz="3200" dirty="0" smtClean="0"/>
              <a:t>Хоара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sz="1800" dirty="0"/>
              <a:t/>
            </a:r>
            <a:br>
              <a:rPr lang="ru-RU" sz="1800" dirty="0"/>
            </a:b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6953" y="4714643"/>
            <a:ext cx="9461141" cy="678712"/>
          </a:xfrm>
        </p:spPr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solidFill>
                  <a:schemeClr val="bg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Работу выполнил</a:t>
            </a:r>
            <a:r>
              <a:rPr lang="ru-RU" sz="1800" dirty="0">
                <a:solidFill>
                  <a:schemeClr val="bg1"/>
                </a:solidFill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bg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студент группы </a:t>
            </a:r>
            <a:r>
              <a:rPr lang="ru-RU" sz="1800" dirty="0" smtClean="0">
                <a:solidFill>
                  <a:schemeClr val="bg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ИТ-8-2026 </a:t>
            </a:r>
            <a:r>
              <a:rPr lang="ru-RU" sz="1800" dirty="0">
                <a:solidFill>
                  <a:schemeClr val="bg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1 курса</a:t>
            </a:r>
            <a:r>
              <a:rPr lang="ru-RU" sz="1800" dirty="0">
                <a:solidFill>
                  <a:schemeClr val="bg1"/>
                </a:solidFill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800" dirty="0" err="1" smtClean="0">
                <a:solidFill>
                  <a:schemeClr val="bg1"/>
                </a:solidFill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Фаррахов</a:t>
            </a:r>
            <a:r>
              <a:rPr lang="ru-RU" sz="1800" dirty="0" smtClean="0">
                <a:solidFill>
                  <a:schemeClr val="bg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bg1"/>
                </a:solidFill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Р</a:t>
            </a:r>
            <a:r>
              <a:rPr lang="ru-RU" sz="1800" dirty="0" smtClean="0">
                <a:solidFill>
                  <a:schemeClr val="bg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ru-RU" sz="1800" dirty="0">
                <a:solidFill>
                  <a:schemeClr val="bg1"/>
                </a:solidFill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Р</a:t>
            </a:r>
            <a:endParaRPr lang="ru-RU" sz="1800" dirty="0">
              <a:solidFill>
                <a:schemeClr val="bg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E33CD-086C-5DDD-AD45-F1F8C380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Цель проекта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15AD6-297E-F79A-75D5-5A89AC27A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193" y="2310174"/>
            <a:ext cx="11185933" cy="3673531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Разработка консольной программы для управления </a:t>
            </a:r>
            <a:r>
              <a:rPr lang="ru-RU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аудиозаписями</a:t>
            </a:r>
          </a:p>
          <a:p>
            <a:pPr indent="0">
              <a:buNone/>
            </a:pPr>
            <a:r>
              <a:rPr lang="ru-RU" sz="2400" dirty="0" smtClean="0">
                <a:solidFill>
                  <a:srgbClr val="C62E3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Программа </a:t>
            </a:r>
            <a:r>
              <a:rPr lang="ru-RU" sz="2400" dirty="0">
                <a:solidFill>
                  <a:srgbClr val="C62E3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должна: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Создать файл записей об аудиозаписях;</a:t>
            </a:r>
            <a:endParaRPr lang="ru-RU" sz="24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Реализовать три типа отчётов с сортировкой Хоара;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24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озволять </a:t>
            </a:r>
            <a:r>
              <a:rPr lang="ru-R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добавлять, удалять и редактировать информацию о </a:t>
            </a:r>
            <a:r>
              <a:rPr lang="ru-RU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аудиозаписях</a:t>
            </a:r>
            <a:r>
              <a:rPr lang="ru-RU" sz="24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ru-RU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Обеспечить 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удобный текстовый интерфейс пользователя.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52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E33CD-086C-5DDD-AD45-F1F8C380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Сортировка Хоара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15AD6-297E-F79A-75D5-5A89AC27A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012" y="1858297"/>
            <a:ext cx="5807242" cy="438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C62E3E"/>
                </a:solidFill>
              </a:rPr>
              <a:t> </a:t>
            </a:r>
            <a:r>
              <a:rPr lang="ru-RU" sz="2400" dirty="0" smtClean="0">
                <a:solidFill>
                  <a:srgbClr val="C62E3E"/>
                </a:solidFill>
                <a:latin typeface="+mj-lt"/>
              </a:rPr>
              <a:t>Особенности</a:t>
            </a:r>
            <a:endParaRPr lang="ru-RU" sz="2400" dirty="0">
              <a:solidFill>
                <a:srgbClr val="C62E3E"/>
              </a:solidFill>
              <a:latin typeface="+mj-lt"/>
            </a:endParaRPr>
          </a:p>
          <a:p>
            <a:r>
              <a:rPr lang="ru-RU" sz="2400" dirty="0"/>
              <a:t>Рекурсивное разделение массива на </a:t>
            </a:r>
            <a:r>
              <a:rPr lang="ru-RU" sz="2400" dirty="0" smtClean="0"/>
              <a:t>части</a:t>
            </a:r>
            <a:endParaRPr lang="ru-RU" sz="2400" dirty="0"/>
          </a:p>
          <a:p>
            <a:r>
              <a:rPr lang="ru-RU" sz="2400" dirty="0"/>
              <a:t>Выбор опорного </a:t>
            </a:r>
            <a:r>
              <a:rPr lang="ru-RU" sz="2400" dirty="0" smtClean="0"/>
              <a:t>элемента</a:t>
            </a:r>
            <a:endParaRPr lang="ru-RU" sz="2400" dirty="0"/>
          </a:p>
          <a:p>
            <a:r>
              <a:rPr lang="ru-RU" sz="2400" dirty="0"/>
              <a:t>Средняя сложность: O(n </a:t>
            </a:r>
            <a:r>
              <a:rPr lang="ru-RU" sz="2400" dirty="0" err="1"/>
              <a:t>log</a:t>
            </a:r>
            <a:r>
              <a:rPr lang="ru-RU" sz="2400" dirty="0"/>
              <a:t> n</a:t>
            </a:r>
            <a:r>
              <a:rPr lang="ru-RU" sz="2400" dirty="0" smtClean="0"/>
              <a:t>)</a:t>
            </a:r>
            <a:endParaRPr lang="ru-RU" sz="2400" dirty="0"/>
          </a:p>
          <a:p>
            <a:r>
              <a:rPr lang="ru-RU" sz="2400" dirty="0"/>
              <a:t>Эффективен для больших наборов </a:t>
            </a:r>
            <a:r>
              <a:rPr lang="ru-RU" sz="2400" dirty="0" smtClean="0"/>
              <a:t>данных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81010" y="1858297"/>
            <a:ext cx="537009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rgbClr val="FF0000"/>
                </a:solidFill>
                <a:latin typeface="+mj-lt"/>
              </a:rPr>
              <a:t>Преимущества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Высокая скорость на случайных </a:t>
            </a:r>
            <a:r>
              <a:rPr lang="ru-RU" sz="2400" dirty="0" smtClean="0"/>
              <a:t>данных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Эффективное использование </a:t>
            </a:r>
            <a:r>
              <a:rPr lang="ru-RU" sz="2400" dirty="0" smtClean="0"/>
              <a:t>памяти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Возможность сортировки по нескольким </a:t>
            </a:r>
            <a:r>
              <a:rPr lang="ru-RU" sz="2400" dirty="0" smtClean="0"/>
              <a:t>ключам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Устойчивость к большим массивам</a:t>
            </a:r>
          </a:p>
          <a:p>
            <a:endParaRPr lang="ru-RU" sz="2400" dirty="0">
              <a:solidFill>
                <a:srgbClr val="FF0000"/>
              </a:solidFill>
            </a:endParaRPr>
          </a:p>
          <a:p>
            <a:endParaRPr lang="ru-R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4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38050-0A64-5AEC-5686-AD14737D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</a:t>
            </a:r>
            <a:r>
              <a:rPr lang="ru-RU" dirty="0" smtClean="0"/>
              <a:t>бщая</a:t>
            </a:r>
            <a:r>
              <a:rPr lang="ru-RU" dirty="0" smtClean="0"/>
              <a:t> архитектура программы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F580D4-DCAF-41D1-605E-AF162FDB42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901" y="1876926"/>
            <a:ext cx="5823562" cy="4411579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b="1" dirty="0" smtClean="0">
                <a:solidFill>
                  <a:srgbClr val="C62E3E"/>
                </a:solidFill>
              </a:rPr>
              <a:t>1. main.py</a:t>
            </a:r>
            <a:r>
              <a:rPr lang="en-US" altLang="ru-RU" sz="2400" dirty="0">
                <a:solidFill>
                  <a:srgbClr val="C62E3E"/>
                </a:solidFill>
              </a:rPr>
              <a:t>:</a:t>
            </a:r>
            <a:r>
              <a:rPr lang="ru-RU" altLang="ru-RU" sz="2400" dirty="0">
                <a:solidFill>
                  <a:prstClr val="black"/>
                </a:solidFill>
              </a:rPr>
              <a:t> </a:t>
            </a:r>
            <a:r>
              <a:rPr lang="ru-RU" sz="2400" dirty="0">
                <a:solidFill>
                  <a:prstClr val="black"/>
                </a:solidFill>
              </a:rPr>
              <a:t>Организация </a:t>
            </a:r>
            <a:r>
              <a:rPr lang="ru-RU" sz="2400" dirty="0" smtClean="0">
                <a:solidFill>
                  <a:prstClr val="black"/>
                </a:solidFill>
              </a:rPr>
              <a:t>пользовательского интерфейса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u-RU" sz="2400" dirty="0" smtClean="0">
              <a:solidFill>
                <a:prstClr val="black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b="1" dirty="0" smtClean="0">
                <a:solidFill>
                  <a:srgbClr val="C62E3E"/>
                </a:solidFill>
              </a:rPr>
              <a:t>2. </a:t>
            </a:r>
            <a:r>
              <a:rPr lang="en-US" altLang="ru-RU" sz="2400" b="1" dirty="0" smtClean="0">
                <a:solidFill>
                  <a:srgbClr val="C62E3E"/>
                </a:solidFill>
              </a:rPr>
              <a:t>loader.py</a:t>
            </a:r>
            <a:r>
              <a:rPr lang="en-US" altLang="ru-RU" sz="2400" b="1" dirty="0">
                <a:solidFill>
                  <a:srgbClr val="C62E3E"/>
                </a:solidFill>
              </a:rPr>
              <a:t>: </a:t>
            </a:r>
            <a:r>
              <a:rPr lang="ru-RU" sz="2400" dirty="0">
                <a:solidFill>
                  <a:prstClr val="black"/>
                </a:solidFill>
              </a:rPr>
              <a:t>Определение </a:t>
            </a:r>
            <a:r>
              <a:rPr lang="ru-RU" sz="2400" dirty="0" smtClean="0">
                <a:solidFill>
                  <a:prstClr val="black"/>
                </a:solidFill>
              </a:rPr>
              <a:t>структуры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solidFill>
                  <a:prstClr val="black"/>
                </a:solidFill>
              </a:rPr>
              <a:t>    данных </a:t>
            </a:r>
            <a:r>
              <a:rPr lang="ru-RU" sz="2400" dirty="0">
                <a:solidFill>
                  <a:prstClr val="black"/>
                </a:solidFill>
              </a:rPr>
              <a:t>и работа с </a:t>
            </a:r>
            <a:r>
              <a:rPr lang="ru-RU" sz="2400" dirty="0" smtClean="0">
                <a:solidFill>
                  <a:prstClr val="black"/>
                </a:solidFill>
              </a:rPr>
              <a:t>файлами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400" dirty="0">
              <a:solidFill>
                <a:prstClr val="black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b="1" dirty="0" smtClean="0">
                <a:solidFill>
                  <a:srgbClr val="C62E3E"/>
                </a:solidFill>
              </a:rPr>
              <a:t>3. </a:t>
            </a:r>
            <a:r>
              <a:rPr lang="en-US" altLang="ru-RU" sz="2400" b="1" dirty="0" smtClean="0">
                <a:solidFill>
                  <a:srgbClr val="C62E3E"/>
                </a:solidFill>
              </a:rPr>
              <a:t>media_logic.py: </a:t>
            </a:r>
            <a:r>
              <a:rPr lang="ru-RU" sz="2400" dirty="0">
                <a:solidFill>
                  <a:prstClr val="black"/>
                </a:solidFill>
              </a:rPr>
              <a:t>Реализация </a:t>
            </a:r>
            <a:r>
              <a:rPr lang="ru-RU" sz="2400" dirty="0" smtClean="0">
                <a:solidFill>
                  <a:prstClr val="black"/>
                </a:solidFill>
              </a:rPr>
              <a:t>алгоритма сортировки Хоара </a:t>
            </a:r>
            <a:r>
              <a:rPr lang="ru-RU" sz="2400" dirty="0">
                <a:solidFill>
                  <a:prstClr val="black"/>
                </a:solidFill>
              </a:rPr>
              <a:t>и логики программы</a:t>
            </a:r>
            <a:endParaRPr lang="en-US" sz="2400" dirty="0">
              <a:solidFill>
                <a:prstClr val="black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b="1" dirty="0" smtClean="0">
                <a:solidFill>
                  <a:srgbClr val="C62E3E"/>
                </a:solidFill>
              </a:rPr>
              <a:t>4. </a:t>
            </a:r>
            <a:r>
              <a:rPr lang="en-US" altLang="ru-RU" sz="2400" b="1" dirty="0" smtClean="0">
                <a:solidFill>
                  <a:srgbClr val="C62E3E"/>
                </a:solidFill>
              </a:rPr>
              <a:t>tracks_data.txt:</a:t>
            </a:r>
            <a:r>
              <a:rPr lang="en-US" altLang="ru-RU" sz="2400" dirty="0" smtClean="0">
                <a:solidFill>
                  <a:srgbClr val="C62E3E"/>
                </a:solidFill>
              </a:rPr>
              <a:t> </a:t>
            </a:r>
            <a:r>
              <a:rPr lang="ru-RU" altLang="ru-RU" sz="2400" dirty="0" smtClean="0"/>
              <a:t>Текстовый файл с данными о </a:t>
            </a:r>
            <a:r>
              <a:rPr lang="ru-RU" altLang="ru-RU" sz="2400" dirty="0" err="1" smtClean="0"/>
              <a:t>аудиозаписяях</a:t>
            </a:r>
            <a:endParaRPr lang="ru-RU" altLang="ru-RU" sz="2400" dirty="0"/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685" y="2759243"/>
            <a:ext cx="4807115" cy="275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8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6FE9B-7A54-4E9A-A935-C4CFCE3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Демонстрация работы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97B29D-1072-1F85-A548-B26B80C735C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98735" y="1983076"/>
            <a:ext cx="5933623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600" b="1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Особенности</a:t>
            </a:r>
            <a:r>
              <a:rPr kumimoji="0" lang="ru-RU" altLang="ru-RU" sz="2600" b="1" i="0" u="none" strike="noStrike" cap="none" normalizeH="0" dirty="0" smtClean="0">
                <a:ln>
                  <a:noFill/>
                </a:ln>
                <a:effectLst/>
                <a:latin typeface="+mj-lt"/>
              </a:rPr>
              <a:t> интерфейса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900" dirty="0">
                <a:latin typeface="+mj-lt"/>
              </a:rPr>
              <a:t>Циклическое текстовое меню с нумерованными </a:t>
            </a:r>
            <a:r>
              <a:rPr lang="ru-RU" altLang="ru-RU" sz="1900" dirty="0" smtClean="0">
                <a:latin typeface="+mj-lt"/>
              </a:rPr>
              <a:t>пунктами</a:t>
            </a:r>
            <a:endParaRPr lang="ru-RU" altLang="ru-RU" sz="1900" dirty="0"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900" dirty="0">
                <a:latin typeface="+mj-lt"/>
              </a:rPr>
              <a:t>Информативные сообщения о состоянии </a:t>
            </a:r>
            <a:r>
              <a:rPr lang="ru-RU" altLang="ru-RU" sz="1900" dirty="0" smtClean="0">
                <a:latin typeface="+mj-lt"/>
              </a:rPr>
              <a:t>данных</a:t>
            </a:r>
            <a:endParaRPr lang="ru-RU" altLang="ru-RU" sz="1900" dirty="0"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900" dirty="0">
                <a:latin typeface="+mj-lt"/>
              </a:rPr>
              <a:t>Подсказки и </a:t>
            </a:r>
            <a:r>
              <a:rPr lang="ru-RU" altLang="ru-RU" sz="1900" dirty="0" err="1">
                <a:latin typeface="+mj-lt"/>
              </a:rPr>
              <a:t>валидация</a:t>
            </a:r>
            <a:r>
              <a:rPr lang="ru-RU" altLang="ru-RU" sz="1900" dirty="0">
                <a:latin typeface="+mj-lt"/>
              </a:rPr>
              <a:t> </a:t>
            </a:r>
            <a:r>
              <a:rPr lang="ru-RU" altLang="ru-RU" sz="1900" dirty="0" smtClean="0">
                <a:latin typeface="+mj-lt"/>
              </a:rPr>
              <a:t>ввода</a:t>
            </a:r>
            <a:endParaRPr lang="ru-RU" altLang="ru-RU" sz="1900" dirty="0"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900" dirty="0">
                <a:latin typeface="+mj-lt"/>
              </a:rPr>
              <a:t>Возврат в меню после каждой </a:t>
            </a:r>
            <a:r>
              <a:rPr lang="ru-RU" altLang="ru-RU" sz="1900" dirty="0" smtClean="0">
                <a:latin typeface="+mj-lt"/>
              </a:rPr>
              <a:t>операции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900" dirty="0" smtClean="0">
              <a:latin typeface="+mj-lt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600" b="1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Функционал</a:t>
            </a:r>
            <a:r>
              <a:rPr kumimoji="0" lang="ru-RU" altLang="ru-RU" sz="2600" b="1" i="0" u="none" strike="noStrike" cap="none" normalizeH="0" dirty="0" smtClean="0">
                <a:ln>
                  <a:noFill/>
                </a:ln>
                <a:effectLst/>
                <a:latin typeface="+mj-lt"/>
              </a:rPr>
              <a:t> программы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900" dirty="0">
                <a:latin typeface="+mj-lt"/>
              </a:rPr>
              <a:t>Просмотр исходных </a:t>
            </a:r>
            <a:r>
              <a:rPr lang="ru-RU" altLang="ru-RU" sz="1900" dirty="0" smtClean="0">
                <a:latin typeface="+mj-lt"/>
              </a:rPr>
              <a:t>данных</a:t>
            </a:r>
            <a:endParaRPr lang="ru-RU" altLang="ru-RU" sz="1900" dirty="0"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900" dirty="0">
                <a:latin typeface="+mj-lt"/>
              </a:rPr>
              <a:t>Формирование трёх типов </a:t>
            </a:r>
            <a:r>
              <a:rPr lang="ru-RU" altLang="ru-RU" sz="1900" dirty="0" smtClean="0">
                <a:latin typeface="+mj-lt"/>
              </a:rPr>
              <a:t>отчётов</a:t>
            </a:r>
            <a:endParaRPr lang="ru-RU" altLang="ru-RU" sz="1900" dirty="0"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900" dirty="0">
                <a:latin typeface="+mj-lt"/>
              </a:rPr>
              <a:t>Добавление, удаление, редактирование </a:t>
            </a:r>
            <a:r>
              <a:rPr lang="ru-RU" altLang="ru-RU" sz="1900" dirty="0" smtClean="0">
                <a:latin typeface="+mj-lt"/>
              </a:rPr>
              <a:t>записей</a:t>
            </a:r>
            <a:endParaRPr lang="ru-RU" altLang="ru-RU" sz="1900" dirty="0"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900" dirty="0">
                <a:latin typeface="+mj-lt"/>
              </a:rPr>
              <a:t>Работа с </a:t>
            </a:r>
            <a:r>
              <a:rPr lang="ru-RU" altLang="ru-RU" sz="1900" dirty="0" smtClean="0">
                <a:latin typeface="+mj-lt"/>
              </a:rPr>
              <a:t>файлами, сохранение/загрузка</a:t>
            </a:r>
            <a:endParaRPr kumimoji="0" lang="ru-RU" altLang="ru-RU" sz="190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58" y="1925022"/>
            <a:ext cx="5756010" cy="416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42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D7FD7-0346-1EF6-09BA-2167FA94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179"/>
            <a:ext cx="3791857" cy="132556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Типы</a:t>
            </a:r>
            <a:br>
              <a:rPr lang="ru-RU" dirty="0" smtClean="0"/>
            </a:br>
            <a:r>
              <a:rPr lang="ru-RU" dirty="0" smtClean="0"/>
              <a:t>отчетов       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6770B2-09E6-8DB4-9263-48874B2D2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281473"/>
            <a:ext cx="9002917" cy="3684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/>
              <a:t> </a:t>
            </a:r>
            <a:endParaRPr lang="ru-RU" sz="20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150971" y="374179"/>
            <a:ext cx="70410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 smtClean="0">
                <a:solidFill>
                  <a:prstClr val="white"/>
                </a:solidFill>
                <a:latin typeface="+mj-lt"/>
                <a:ea typeface="+mj-ea"/>
                <a:cs typeface="+mj-cs"/>
              </a:rPr>
              <a:t>Полный отсортированный список </a:t>
            </a:r>
            <a:endParaRPr lang="ru-RU" sz="4000" dirty="0">
              <a:latin typeface="+mj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19" y="1937560"/>
            <a:ext cx="9507277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4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D7FD7-0346-1EF6-09BA-2167FA94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179"/>
            <a:ext cx="3791857" cy="132556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Типы</a:t>
            </a:r>
            <a:br>
              <a:rPr lang="ru-RU" dirty="0" smtClean="0"/>
            </a:br>
            <a:r>
              <a:rPr lang="ru-RU" dirty="0" smtClean="0"/>
              <a:t>отчетов       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6770B2-09E6-8DB4-9263-48874B2D2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281473"/>
            <a:ext cx="9002917" cy="3684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/>
              <a:t> </a:t>
            </a:r>
            <a:endParaRPr lang="ru-RU" sz="20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150971" y="374179"/>
            <a:ext cx="70410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prstClr val="white"/>
                </a:solidFill>
                <a:latin typeface="+mj-lt"/>
                <a:ea typeface="+mj-ea"/>
                <a:cs typeface="+mj-cs"/>
              </a:rPr>
              <a:t>Отсортирован по исполнителю</a:t>
            </a:r>
            <a:endParaRPr lang="ru-RU" sz="4000" dirty="0">
              <a:latin typeface="+mj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52" y="2279349"/>
            <a:ext cx="10992511" cy="33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57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D7FD7-0346-1EF6-09BA-2167FA94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179"/>
            <a:ext cx="3791857" cy="132556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Типы</a:t>
            </a:r>
            <a:br>
              <a:rPr lang="ru-RU" dirty="0" smtClean="0"/>
            </a:br>
            <a:r>
              <a:rPr lang="ru-RU" dirty="0" smtClean="0"/>
              <a:t>отчетов       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6770B2-09E6-8DB4-9263-48874B2D2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281473"/>
            <a:ext cx="9002917" cy="3684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/>
              <a:t> </a:t>
            </a:r>
            <a:endParaRPr lang="ru-RU" sz="20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150971" y="374179"/>
            <a:ext cx="70410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prstClr val="white"/>
                </a:solidFill>
                <a:latin typeface="+mj-lt"/>
                <a:ea typeface="+mj-ea"/>
                <a:cs typeface="+mj-cs"/>
              </a:rPr>
              <a:t>Отсортирован по диапазону </a:t>
            </a:r>
            <a:r>
              <a:rPr lang="ru-RU" sz="4000" dirty="0" smtClean="0">
                <a:solidFill>
                  <a:prstClr val="white"/>
                </a:solidFill>
                <a:latin typeface="+mj-lt"/>
                <a:ea typeface="+mj-ea"/>
                <a:cs typeface="+mj-cs"/>
              </a:rPr>
              <a:t>лет </a:t>
            </a:r>
            <a:endParaRPr lang="ru-RU" sz="4000" dirty="0">
              <a:latin typeface="+mj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39" y="1994538"/>
            <a:ext cx="10017544" cy="405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71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58A41-33B6-CCC9-1887-490FF0EA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тестирования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AD529-964D-94CC-A216-76654F2D32F5}"/>
              </a:ext>
            </a:extLst>
          </p:cNvPr>
          <p:cNvSpPr txBox="1"/>
          <p:nvPr/>
        </p:nvSpPr>
        <p:spPr>
          <a:xfrm>
            <a:off x="446313" y="2125191"/>
            <a:ext cx="54891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Проверено 10+ сценариев</a:t>
            </a:r>
            <a:r>
              <a:rPr lang="ru-RU" sz="2800" b="1" dirty="0" smtClean="0"/>
              <a:t>:</a:t>
            </a:r>
            <a:endParaRPr lang="ru-RU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Корректность сортировки по всем ключам</a:t>
            </a:r>
          </a:p>
          <a:p>
            <a:endParaRPr lang="ru-RU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/>
              <a:t>Базовые функции</a:t>
            </a:r>
          </a:p>
          <a:p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Работа </a:t>
            </a:r>
            <a:r>
              <a:rPr lang="ru-RU" sz="2800" dirty="0"/>
              <a:t>с пустыми и некорректными данными</a:t>
            </a:r>
          </a:p>
          <a:p>
            <a:endParaRPr lang="ru-RU" sz="2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88529" y="2125191"/>
            <a:ext cx="600347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Особое внимание в </a:t>
            </a:r>
            <a:r>
              <a:rPr lang="ru-RU" sz="2800" b="1" dirty="0" smtClean="0"/>
              <a:t>реализации:</a:t>
            </a:r>
            <a:endParaRPr lang="ru-RU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Обработка ошибок чтения/записи файлов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 smtClean="0"/>
              <a:t>Валидация</a:t>
            </a:r>
            <a:r>
              <a:rPr lang="ru-RU" sz="2800" dirty="0" smtClean="0"/>
              <a:t> </a:t>
            </a:r>
            <a:r>
              <a:rPr lang="ru-RU" sz="2800" dirty="0"/>
              <a:t>всех полей ввода</a:t>
            </a:r>
          </a:p>
          <a:p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Сортировка по составным </a:t>
            </a:r>
            <a:r>
              <a:rPr lang="ru-RU" sz="2800" dirty="0" smtClean="0"/>
              <a:t>ключам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69928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E7B2B-4A2C-8E75-0343-8DDAFECBD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9FAFB"/>
                </a:solidFill>
              </a:rPr>
              <a:t>Итоги</a:t>
            </a:r>
            <a:endParaRPr lang="ru-RU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B4C51D5-53A8-4293-A13D-2FEE93F5D82A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838199" y="2124078"/>
            <a:ext cx="1072242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b="1" dirty="0" smtClean="0"/>
              <a:t>				Достигнуты </a:t>
            </a:r>
            <a:r>
              <a:rPr lang="ru-RU" altLang="ru-RU" sz="2400" b="1" dirty="0"/>
              <a:t>все цели: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4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/>
              <a:t>Реализована сортировка методом Хоара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4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/>
              <a:t>Созданы три типа отчётов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4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/>
              <a:t>Реализован удобный консольный интерфейс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4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/>
              <a:t>Обеспечена </a:t>
            </a:r>
            <a:r>
              <a:rPr lang="ru-RU" altLang="ru-RU" sz="2400" dirty="0" err="1"/>
              <a:t>валидация</a:t>
            </a:r>
            <a:r>
              <a:rPr lang="ru-RU" altLang="ru-RU" sz="2400" dirty="0"/>
              <a:t> и обработка ошибок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400" dirty="0"/>
          </a:p>
        </p:txBody>
      </p:sp>
    </p:spTree>
    <p:extLst>
      <p:ext uri="{BB962C8B-B14F-4D97-AF65-F5344CB8AC3E}">
        <p14:creationId xmlns:p14="http://schemas.microsoft.com/office/powerpoint/2010/main" val="11881947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241</Words>
  <Application>Microsoft Office PowerPoint</Application>
  <PresentationFormat>Широкоэкранный</PresentationFormat>
  <Paragraphs>73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Aptos</vt:lpstr>
      <vt:lpstr>Arial</vt:lpstr>
      <vt:lpstr>Calibri</vt:lpstr>
      <vt:lpstr>MS Mincho</vt:lpstr>
      <vt:lpstr>PermianSansTypeface</vt:lpstr>
      <vt:lpstr>PermianSerifTypeface</vt:lpstr>
      <vt:lpstr>Times New Roman</vt:lpstr>
      <vt:lpstr>Wingdings</vt:lpstr>
      <vt:lpstr>Тема Office</vt:lpstr>
      <vt:lpstr>Программа «Медиатека» Хранение и обработка базы данных аудиозаписей  Сортировка методом Хоара  </vt:lpstr>
      <vt:lpstr>Цель проекта</vt:lpstr>
      <vt:lpstr>Сортировка Хоара</vt:lpstr>
      <vt:lpstr>Общая архитектура программы</vt:lpstr>
      <vt:lpstr>Демонстрация работы</vt:lpstr>
      <vt:lpstr>Типы отчетов        </vt:lpstr>
      <vt:lpstr>Типы отчетов        </vt:lpstr>
      <vt:lpstr>Типы отчетов        </vt:lpstr>
      <vt:lpstr>Результаты тестирования</vt:lpstr>
      <vt:lpstr>Итоги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Пользователь</cp:lastModifiedBy>
  <cp:revision>55</cp:revision>
  <dcterms:created xsi:type="dcterms:W3CDTF">2020-05-17T17:29:28Z</dcterms:created>
  <dcterms:modified xsi:type="dcterms:W3CDTF">2026-01-19T19:19:59Z</dcterms:modified>
</cp:coreProperties>
</file>